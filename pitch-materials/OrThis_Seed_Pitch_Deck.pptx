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E85D4C"/>
                </a:solidFill>
                <a:latin typeface="Georgia"/>
              </a:defRPr>
            </a:pPr>
            <a:r>
              <a:t>Or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2D2D2D"/>
                </a:solidFill>
                <a:latin typeface="Georgia"/>
              </a:defRPr>
            </a:pPr>
            <a:r>
              <a:t>Confidence in every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999999"/>
                </a:solidFill>
                <a:latin typeface="Calibri"/>
              </a:defRPr>
            </a:pPr>
            <a:r>
              <a:t>AI-powered outfit feedback in 30 seconds. Your honest friend in your pocket.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Seed Stage  |  Y Combinator Application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A1A1A"/>
                </a:solidFill>
                <a:latin typeface="Georgia"/>
              </a:defRPr>
            </a:pPr>
            <a:r>
              <a:t>Every day, millions of women stand in front of the mirror</a:t>
            </a:r>
            <a:br/>
            <a:r>
              <a:t>and ask: "Does this actually look good?"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1400"/>
              </a:spcAft>
              <a:defRPr sz="2000" b="0">
                <a:solidFill>
                  <a:srgbClr val="2D2D2D"/>
                </a:solidFill>
                <a:latin typeface="Calibri"/>
              </a:defRPr>
            </a:pPr>
            <a:r>
              <a:t>72% of women say outfit indecision causes daily stress</a:t>
            </a:r>
          </a:p>
          <a:p>
            <a:pPr algn="l">
              <a:lnSpc>
                <a:spcPts val="2600"/>
              </a:lnSpc>
              <a:spcAft>
                <a:spcPts val="1400"/>
              </a:spcAft>
              <a:defRPr sz="2000" b="0">
                <a:solidFill>
                  <a:srgbClr val="2D2D2D"/>
                </a:solidFill>
                <a:latin typeface="Calibri"/>
              </a:defRPr>
            </a:pPr>
            <a:r>
              <a:t>The average woman changes outfits 2-3x before leaving the house</a:t>
            </a:r>
          </a:p>
          <a:p>
            <a:pPr algn="l">
              <a:lnSpc>
                <a:spcPts val="2600"/>
              </a:lnSpc>
              <a:spcAft>
                <a:spcPts val="1400"/>
              </a:spcAft>
              <a:defRPr sz="2000" b="0">
                <a:solidFill>
                  <a:srgbClr val="2D2D2D"/>
                </a:solidFill>
                <a:latin typeface="Calibri"/>
              </a:defRPr>
            </a:pPr>
            <a:r>
              <a:t>No trusted, instant feedback source exists at the moment of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3657600" cy="32004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160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Current "solutions" fail: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Friends — biased, unavailable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Partners — "you look fine"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Social media — too slow, public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Fashion apps — inspiration, not feedback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Stylists — expensive, not 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85D4C"/>
                </a:solidFill>
                <a:latin typeface="Georgia"/>
              </a:defRPr>
            </a:pPr>
            <a:r>
              <a:t>"I just want someone honest to tell me if this works — right now, before I walk out the door."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A1A1A"/>
                </a:solidFill>
                <a:latin typeface="Georgia"/>
              </a:defRPr>
            </a:pPr>
            <a:r>
              <a:t>Your honest friend in your pocket.</a:t>
            </a:r>
            <a:br/>
            <a:r>
              <a:t>Instant AI outfit feedback — anytime, anywhere.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Snap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Take a full-body</a:t>
            </a:r>
            <a:br/>
            <a:r>
              <a:t>photo or selfie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560320"/>
            <a:ext cx="640080" cy="64008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Tell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Occasion, setting,</a:t>
            </a:r>
            <a:br/>
            <a:r>
              <a:t>weather, your vibe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560320"/>
            <a:ext cx="640080" cy="64008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Get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AI analysis in</a:t>
            </a:r>
            <a:br/>
            <a:r>
              <a:t>30 seconds flat</a:t>
            </a:r>
          </a:p>
        </p:txBody>
      </p:sp>
      <p:sp>
        <p:nvSpPr>
          <p:cNvPr id="17" name="Oval 16"/>
          <p:cNvSpPr/>
          <p:nvPr/>
        </p:nvSpPr>
        <p:spPr>
          <a:xfrm>
            <a:off x="9235440" y="2560320"/>
            <a:ext cx="640080" cy="64008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Ask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Follow-up questions</a:t>
            </a:r>
            <a:br/>
            <a:r>
              <a:t>like a real friend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10515600" cy="36576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85D4C"/>
                </a:solidFill>
                <a:latin typeface="Georgia"/>
              </a:defRPr>
            </a:pPr>
            <a:r>
              <a:t>Not inspiration. Not shopping. Not social media. Just honest, instant, private outfit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A1A1A"/>
                </a:solidFill>
                <a:latin typeface="Georgia"/>
              </a:defRPr>
            </a:pPr>
            <a:r>
              <a:t>A Vogue editor in your pocket — powered by 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12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What you get: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Overall score (1-10) with editorial summary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What's working — specific, actionable praise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What to reconsider — honest, constructive notes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Quick fixes — things you can change in 2 minutes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Occasion match score — how well it fits the event</a:t>
            </a:r>
          </a:p>
          <a:p>
            <a:pPr algn="l">
              <a:lnSpc>
                <a:spcPts val="1300"/>
              </a:lnSpc>
              <a:spcAft>
                <a:spcPts val="6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lnSpc>
                <a:spcPts val="2210"/>
              </a:lnSpc>
              <a:spcAft>
                <a:spcPts val="800"/>
              </a:spcAft>
              <a:defRPr sz="1700" b="1">
                <a:solidFill>
                  <a:srgbClr val="E85D4C"/>
                </a:solidFill>
                <a:latin typeface="Calibri"/>
              </a:defRPr>
            </a:pPr>
            <a:r>
              <a:t>Then ask follow-ups — "What shoes would work better?"</a:t>
            </a:r>
          </a:p>
          <a:p>
            <a:pPr algn="l">
              <a:lnSpc>
                <a:spcPts val="2210"/>
              </a:lnSpc>
              <a:spcAft>
                <a:spcPts val="800"/>
              </a:spcAft>
              <a:defRPr sz="1700" b="1">
                <a:solidFill>
                  <a:srgbClr val="E85D4C"/>
                </a:solidFill>
                <a:latin typeface="Calibri"/>
              </a:defRPr>
            </a:pPr>
            <a:r>
              <a:t>"Is this too casual for a client dinner?"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140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Built-in fashion expertise: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Color theory &amp; palette harmony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Proportions &amp; silhouette rules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Fit principles &amp; tailoring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Occasion-appropriate dress codes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Seasonal trend awareness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Body balance guidelines</a:t>
            </a:r>
          </a:p>
          <a:p>
            <a:pPr algn="l">
              <a:lnSpc>
                <a:spcPts val="1300"/>
              </a:lnSpc>
              <a:spcAft>
                <a:spcPts val="8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Powered by Google Gemini Vision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Automated AI training pipeline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Prompt v3.0 — Vogue editorial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A massive, underserved market at the intersection of fashion &amp; AI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2926080" cy="2926080"/>
          </a:xfrm>
          <a:prstGeom prst="ellipse">
            <a:avLst/>
          </a:prstGeom>
          <a:solidFill>
            <a:srgbClr val="FBF7F4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85D4C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A1A1A"/>
                </a:solidFill>
                <a:latin typeface="Georgia"/>
              </a:defRPr>
            </a:pPr>
            <a:r>
              <a:t>$1.7T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Global fashion</a:t>
            </a:r>
            <a:br/>
            <a:r>
              <a:t>market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2286000"/>
            <a:ext cx="2926080" cy="2926080"/>
          </a:xfrm>
          <a:prstGeom prst="ellipse">
            <a:avLst/>
          </a:prstGeom>
          <a:solidFill>
            <a:srgbClr val="FBF7F4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85D4C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A1A1A"/>
                </a:solidFill>
                <a:latin typeface="Georgia"/>
              </a:defRPr>
            </a:pPr>
            <a:r>
              <a:t>$45B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Women's personal</a:t>
            </a:r>
            <a:br/>
            <a:r>
              <a:t>styling &amp; fashion apps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286000"/>
            <a:ext cx="2926080" cy="2926080"/>
          </a:xfrm>
          <a:prstGeom prst="ellipse">
            <a:avLst/>
          </a:prstGeom>
          <a:solidFill>
            <a:srgbClr val="FBF7F4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85D4C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1A1A1A"/>
                </a:solidFill>
                <a:latin typeface="Georgia"/>
              </a:defRPr>
            </a:pPr>
            <a:r>
              <a:t>$500M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AI-powered outfit</a:t>
            </a:r>
            <a:br/>
            <a:r>
              <a:t>feedback (Year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515600" cy="36576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Why now?  Vision AI has crossed the quality threshold. For the first time, AI can reliably analyze real-world outfit photos and give specific, useful feedback. This category literally could not exist 18 months ago.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A1A1A"/>
                </a:solidFill>
                <a:latin typeface="Georgia"/>
              </a:defRPr>
            </a:pPr>
            <a:r>
              <a:t>Freemium SaaS with a clear upgrade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3 AI checks/day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3 follow-ups per check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7-day history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Ad-supported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Give-to-get bonus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291840" cy="4114800"/>
          </a:xfrm>
          <a:prstGeom prst="round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$4.99/mo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832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Unlimited AI checks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 follow-ups per check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Full outfit history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ads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Community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29184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$14.99/mo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832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Everything in Plus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10 follow-ups per check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 expert reviews/month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Event planning mode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Style analytics &amp; DNA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Additional revenue: Expert review add-ons  •  Affiliate shopping links  •  Brand partnerships  •  Google AdMob (free tier)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AI costs are dropping fast — our margins improve every quarter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85D4C"/>
                </a:solidFill>
                <a:latin typeface="Georgia"/>
              </a:defRPr>
            </a:pPr>
            <a:r>
              <a:t>~$0.003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Cost per</a:t>
            </a:r>
            <a:br/>
            <a:r>
              <a:t>AI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Gemini Vision API</a:t>
            </a:r>
            <a:br/>
            <a:r>
              <a:t>cost per outfit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85D4C"/>
                </a:solidFill>
                <a:latin typeface="Georgia"/>
              </a:defRPr>
            </a:pPr>
            <a:r>
              <a:t>~$0.50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Blended monthly</a:t>
            </a:r>
            <a:br/>
            <a:r>
              <a:t>cost per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Including infrastructure,</a:t>
            </a:r>
            <a:br/>
            <a:r>
              <a:t>storage, and AI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85D4C"/>
                </a:solidFill>
                <a:latin typeface="Georgia"/>
              </a:defRPr>
            </a:pPr>
            <a:r>
              <a:t>$4.99-$14.99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Monthly</a:t>
            </a:r>
            <a:br/>
            <a:r>
              <a:t>revenue per paid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Strong gross margins</a:t>
            </a:r>
            <a:br/>
            <a:r>
              <a:t>on subscription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68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85D4C"/>
                </a:solidFill>
                <a:latin typeface="Georgia"/>
              </a:defRPr>
            </a:pPr>
            <a:r>
              <a:t>10-30x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Target</a:t>
            </a:r>
            <a:br/>
            <a:r>
              <a:t>LTV:CAC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Organic-first acquisition</a:t>
            </a:r>
            <a:br/>
            <a:r>
              <a:t>drives efficient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0">
                <a:solidFill>
                  <a:srgbClr val="2D2D2D"/>
                </a:solidFill>
                <a:latin typeface="Calibri"/>
              </a:defRPr>
            </a:pPr>
            <a:r>
              <a:t>Key insight: AI API costs have dropped 90% in the past 18 months and continue falling. Our COGS improves automatically over time — the opposite of most consumer businesses.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GROWTH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Built-in virality: "Or This?" is inherently shareable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160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The core loop creates natural sharing moments:</a:t>
            </a:r>
          </a:p>
          <a:p>
            <a:pPr algn="l">
              <a:lnSpc>
                <a:spcPts val="234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1.  User gets outfit feedback → tells friends</a:t>
            </a:r>
          </a:p>
          <a:p>
            <a:pPr algn="l">
              <a:lnSpc>
                <a:spcPts val="234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2.  A/B comparisons ("Or This?") shared for votes</a:t>
            </a:r>
          </a:p>
          <a:p>
            <a:pPr algn="l">
              <a:lnSpc>
                <a:spcPts val="234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3.  Friends download to participate</a:t>
            </a:r>
          </a:p>
          <a:p>
            <a:pPr algn="l">
              <a:lnSpc>
                <a:spcPts val="234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4.  New users try AI feedback → get hooked</a:t>
            </a:r>
          </a:p>
          <a:p>
            <a:pPr algn="l">
              <a:lnSpc>
                <a:spcPts val="234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Calibri"/>
              </a:defRPr>
            </a:pPr>
            <a:r>
              <a:t>5.  Repeat — every outfit is a potential share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140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Go-to-market channels: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TikTok/Reels — outfit content is dominant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Reddit — r/femalefashionadvice (2M+)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Influencer seeding — micro-creators</a:t>
            </a:r>
          </a:p>
          <a:p>
            <a:pPr algn="l">
              <a:lnSpc>
                <a:spcPts val="2080"/>
              </a:lnSpc>
              <a:spcAft>
                <a:spcPts val="8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Word of mouth — "have you tried this app?"</a:t>
            </a:r>
          </a:p>
          <a:p>
            <a:pPr algn="l">
              <a:lnSpc>
                <a:spcPts val="1300"/>
              </a:lnSpc>
              <a:spcAft>
                <a:spcPts val="8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lnSpc>
                <a:spcPts val="2340"/>
              </a:lnSpc>
              <a:spcAft>
                <a:spcPts val="140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Launch strategy: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Private beta → 500 users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ProductHunt launch</a:t>
            </a:r>
          </a:p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Creator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We own the "moment of decision" — nobody else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Stitch Fix / Trunk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Subscription 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Shipping delay, expensive,</a:t>
            </a:r>
            <a:br/>
            <a:r>
              <a:t>not instant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Pinterest / 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Inspiration &amp;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Not feedback, not private,</a:t>
            </a:r>
            <a:br/>
            <a:r>
              <a:t>not actionable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468880" cy="27432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ChatGPT / General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General-purpose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No fashion expertise,</a:t>
            </a:r>
            <a:br/>
            <a:r>
              <a:t>no specialized 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468880" cy="2743200"/>
          </a:xfrm>
          <a:prstGeom prst="round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Or This?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Instant AI outfit feedback</a:t>
            </a:r>
            <a:br/>
            <a:r>
              <a:t>at the moment of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Fast, private, expert-quality,</a:t>
            </a:r>
            <a:br/>
            <a:r>
              <a:t>always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0515600" cy="36576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Our moat:  Proprietary AI training pipeline that improves with every outfit analyzed. Style DNA profiles that deepen over time. Community network effects. The more you use it, the better it knows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TRACTION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A1A1A"/>
                </a:solidFill>
                <a:latin typeface="Georgia"/>
              </a:defRPr>
            </a:pPr>
            <a:r>
              <a:t>Complete product built. Ready for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Full-stack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37 screens, 16 API domains,</a:t>
            </a:r>
            <a:br/>
            <a:r>
              <a:t>54+ database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Backend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Railway hosting, PostgreSQL,</a:t>
            </a:r>
            <a:br/>
            <a:r>
              <a:t>all services operational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App store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iOS + Android builds</a:t>
            </a:r>
            <a:br/>
            <a:r>
              <a:t>prepared for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AI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Automated 7-stage training</a:t>
            </a:r>
            <a:br/>
            <a:r>
              <a:t>Prompt v3.0 in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10515600" cy="36576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Month 6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MAU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10K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Daily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D7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4.0/5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Helpfulness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Focused execution: nail the core, then expand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Core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App store launch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AI feedback refinement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Private beta (500 users)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Organic growth seeding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46888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Community feedback live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"Or This?" comparisons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Give-to-get flywheel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Gamification &amp; streaks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4688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Monetize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Plus &amp; Pro tiers live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Expert stylist marketplace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A/B test pricing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Revenue optimization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468880" cy="4114800"/>
          </a:xfrm>
          <a:prstGeom prst="roundRect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D2D2D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2D2D2D"/>
                </a:solidFill>
                <a:latin typeface="Georgia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004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•  Video outfit analysis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•  Shopping/affiliate integration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•  Brand partnerships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•  International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A1A1A"/>
                </a:solidFill>
                <a:latin typeface="Georgia"/>
              </a:defRPr>
            </a:pPr>
            <a:r>
              <a:t>Built by people who understand the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2194560"/>
            <a:ext cx="1371600" cy="1371600"/>
          </a:xfrm>
          <a:prstGeom prst="ellipse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606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[Founder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E85D4C"/>
                </a:solidFill>
                <a:latin typeface="Calibri"/>
              </a:defRPr>
            </a:pPr>
            <a:r>
              <a:t>CEO /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[Background summary]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[Relevant experience]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[Why this problem]</a:t>
            </a:r>
          </a:p>
        </p:txBody>
      </p:sp>
      <p:sp>
        <p:nvSpPr>
          <p:cNvPr id="10" name="Oval 9"/>
          <p:cNvSpPr/>
          <p:nvPr/>
        </p:nvSpPr>
        <p:spPr>
          <a:xfrm>
            <a:off x="5212079" y="2194560"/>
            <a:ext cx="1371600" cy="1371600"/>
          </a:xfrm>
          <a:prstGeom prst="ellipse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2606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[Co-founder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E85D4C"/>
                </a:solidFill>
                <a:latin typeface="Calibri"/>
              </a:defRPr>
            </a:pPr>
            <a:r>
              <a:t>CTO /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4754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[Background summary]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[Technical expertise]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[Previous builds]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0" y="2194560"/>
            <a:ext cx="1371600" cy="1371600"/>
          </a:xfrm>
          <a:prstGeom prst="ellipse">
            <a:avLst/>
          </a:prstGeom>
          <a:solidFill>
            <a:srgbClr val="F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[Advisor / Co-founder]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E85D4C"/>
                </a:solidFill>
                <a:latin typeface="Calibri"/>
              </a:defRPr>
            </a:pPr>
            <a:r>
              <a:t>[Role]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754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[Background summary]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[Industry connections]</a:t>
            </a:r>
          </a:p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[Domain expertise]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Note: Update this slide with real team bios, photos, and relevant credentials.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85D4C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A1A1A"/>
                </a:solidFill>
                <a:latin typeface="Georgia"/>
              </a:defRPr>
            </a:pPr>
            <a:r>
              <a:t>Raising $1.5M seed to launch and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468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Scale infrastructure, hire</a:t>
            </a:r>
            <a:br/>
            <a:r>
              <a:t>2 engineers, accelerate</a:t>
            </a:r>
            <a:br/>
            <a:r>
              <a:t>feature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2468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66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Creator partnerships,</a:t>
            </a:r>
            <a:br/>
            <a:r>
              <a:t>community seeding,</a:t>
            </a:r>
            <a:br/>
            <a:r>
              <a:t>launch 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468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AI /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Training pipeline, model</a:t>
            </a:r>
            <a:br/>
            <a:r>
              <a:t>improvement, Style DNA</a:t>
            </a:r>
            <a:br/>
            <a:r>
              <a:t>data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377440"/>
            <a:ext cx="2468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5D4C"/>
                </a:solidFill>
                <a:latin typeface="Georgia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566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Team growth, legal,</a:t>
            </a:r>
            <a:br/>
            <a:r>
              <a:t>compliance, 18-month</a:t>
            </a:r>
            <a:br/>
            <a:r>
              <a:t>runway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18-month milestones with this raise: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E85D4C"/>
                </a:solidFill>
                <a:latin typeface="Calibri"/>
              </a:defRPr>
            </a:pPr>
            <a:r>
              <a:t>250K MAU  •  75K daily outfit checks  •  Series A metrics ($1M+ ARR)  •  Proven unit economics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5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Georgia"/>
              </a:defRPr>
            </a:pPr>
            <a:r>
              <a:t>Or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Georgia"/>
              </a:defRPr>
            </a:pPr>
            <a:r>
              <a:t>Confidence in every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[founder@orthis.app]  •  orthis.app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only app that gives you honest outfit feedback</a:t>
            </a:r>
            <a:br/>
            <a:r>
              <a:t>in 30 seconds — right when you need it most.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